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Label-Efficient Disaster Response
Using Foundation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0D8E8"/>
                </a:solidFill>
              </a:rPr>
              <a:t>Sakhi Patel   ·   Vivek Vanera   ·   Mulya Patel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8BD8"/>
                </a:solidFill>
              </a:rPr>
              <a:t>February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Problem: Disasters Strike, But Labels Take Days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2743200"/>
          </a:xfrm>
          <a:prstGeom prst="rect">
            <a:avLst/>
          </a:prstGeom>
          <a:solidFill>
            <a:srgbClr val="0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Hurricane Damage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743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8BD8"/>
                </a:solidFill>
              </a:rPr>
              <a:t>VISUAL PLACEHOLDER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1735369200" y="1371600"/>
            <a:ext cx="3474720" cy="2743200"/>
          </a:xfrm>
          <a:prstGeom prst="rect">
            <a:avLst/>
          </a:prstGeom>
          <a:solidFill>
            <a:srgbClr val="0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735369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Wildfire Damage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735369200" y="2743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737106560" y="2743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73536920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8BD8"/>
                </a:solidFill>
              </a:rPr>
              <a:t>VISUAL PLACEHOLDER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23470281200" y="1371600"/>
            <a:ext cx="3474720" cy="2743200"/>
          </a:xfrm>
          <a:prstGeom prst="rect">
            <a:avLst/>
          </a:prstGeom>
          <a:solidFill>
            <a:srgbClr val="0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23470281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Flood Damage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3470281200" y="2743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3472018560" y="2743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347028120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8BD8"/>
                </a:solidFill>
              </a:rPr>
              <a:t>VISUAL PLACEHOLDER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When hurricanes hit, we have satellite photos in hours.
But mapping damage requires human experts and takes days.
Emergency response can't wait.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Current Approach: Deep Learning Needs Thousands of Labels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</a:rPr>
              <a:t>▸ Traditional deep learning requires 100,000+ labeled examples to be effective.</a:t>
            </a:r>
          </a:p>
          <a:p>
            <a:pPr algn="l"/>
            <a:r>
              <a:rPr sz="2200">
                <a:solidFill>
                  <a:srgbClr val="FFFFFF"/>
                </a:solidFill>
              </a:rPr>
              <a:t>▸ Limitation: Experts cannot label images fast enough during an active disaster.</a:t>
            </a:r>
          </a:p>
          <a:p>
            <a:pPr algn="l"/>
            <a:r>
              <a:rPr sz="2200">
                <a:solidFill>
                  <a:srgbClr val="FFFFFF"/>
                </a:solidFill>
              </a:rPr>
              <a:t>▸ Limitation: Models often need to be retrained for every new disaster type or 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Solution: Foundation Models Learn Earth's 'Grammar'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</a:rPr>
              <a:t>▸ Phase 1: Foundation models (Prithvi) learn patterns from unlabeled satellite data.</a:t>
            </a:r>
          </a:p>
          <a:p>
            <a:pPr algn="l"/>
            <a:r>
              <a:rPr sz="2200">
                <a:solidFill>
                  <a:srgbClr val="FFFFFF"/>
                </a:solidFill>
              </a:rPr>
              <a:t>▸ Phase 2: Use these pre-learned features to detect damage with just 10% of labels.</a:t>
            </a:r>
          </a:p>
          <a:p>
            <a:pPr algn="l"/>
            <a:r>
              <a:rPr sz="2200">
                <a:solidFill>
                  <a:srgbClr val="FFFFFF"/>
                </a:solidFill>
              </a:rPr>
              <a:t>▸ Innovation: Knowledge transfers across disaster types and global geographies.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Two-Phase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360152" cy="3657600"/>
          </a:xfrm>
          <a:prstGeom prst="rect">
            <a:avLst/>
          </a:prstGeom>
          <a:solidFill>
            <a:srgbClr val="0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Prithvi (Satellite Pre-training)  →  Vision Transformer (Damage Classifier)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0D8E8"/>
                </a:solidFill>
              </a:rPr>
              <a:t>Dataset: xBD (850,000 buildings, 19 natural disasters)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Current Progress: Week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</a:rPr>
              <a:t>▸ ✓ GitHub repository established for collaborative research.</a:t>
            </a:r>
          </a:p>
          <a:p>
            <a:pPr algn="l"/>
            <a:r>
              <a:rPr sz="2200">
                <a:solidFill>
                  <a:srgbClr val="FFFFFF"/>
                </a:solidFill>
              </a:rPr>
              <a:t>▸ ✓ xBD dataset (51GB) downloaded and currently being extracted.</a:t>
            </a:r>
          </a:p>
          <a:p>
            <a:pPr algn="l"/>
            <a:r>
              <a:rPr sz="2200">
                <a:solidFill>
                  <a:srgbClr val="FFFFFF"/>
                </a:solidFill>
              </a:rPr>
              <a:t>▸ ✓ Baseline training script ready (ResNet-18) for benchmarking.</a:t>
            </a:r>
          </a:p>
          <a:p>
            <a:pPr algn="l"/>
            <a:r>
              <a:rPr sz="2200">
                <a:solidFill>
                  <a:srgbClr val="FFFFFF"/>
                </a:solidFill>
              </a:rPr>
              <a:t>▸ Next: Fine-tuning geospatial foundation model (Prithvi).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Impact: Save Lives Through Faster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</a:rPr>
              <a:t>▸ Faster damage assessment → Faster deployment of food, medical aid, and rescue teams.</a:t>
            </a:r>
          </a:p>
          <a:p>
            <a:pPr algn="l"/>
            <a:r>
              <a:rPr sz="2200">
                <a:solidFill>
                  <a:srgbClr val="FFFFFF"/>
                </a:solidFill>
              </a:rPr>
              <a:t>▸ Global Generalization: One model works globally without targeted retraining.</a:t>
            </a:r>
          </a:p>
          <a:p>
            <a:pPr algn="l"/>
            <a:r>
              <a:rPr sz="2200">
                <a:solidFill>
                  <a:srgbClr val="FFFFFF"/>
                </a:solidFill>
              </a:rPr>
              <a:t>▸ Reduces labeling burden by 90%: Strong results even when expert labels are scarce.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 Directions: SAR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</a:rPr>
              <a:t>▸ Extend to Synthetic Aperture Radar (SAR) for all-weather disaster monitoring.</a:t>
            </a:r>
          </a:p>
          <a:p>
            <a:pPr algn="l"/>
            <a:r>
              <a:rPr sz="2200">
                <a:solidFill>
                  <a:srgbClr val="FFFFFF"/>
                </a:solidFill>
              </a:rPr>
              <a:t>▸ SAR works through clouds and darkness — critical during active storms.</a:t>
            </a:r>
          </a:p>
          <a:p>
            <a:pPr algn="l"/>
            <a:r>
              <a:rPr sz="2200">
                <a:solidFill>
                  <a:srgbClr val="FFFFFF"/>
                </a:solidFill>
              </a:rPr>
              <a:t>▸ Collaborative research with Prof. Mikhail Gilman (NCSU) on SAR geometry.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Target: 90%+ Accuracy with 10% Labels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</a:rPr>
              <a:t>▸ We are building AI that 'understands' satellite data before a disaster even happens.</a:t>
            </a:r>
          </a:p>
          <a:p>
            <a:pPr algn="l"/>
            <a:r>
              <a:rPr sz="2200">
                <a:solidFill>
                  <a:srgbClr val="FFFFFF"/>
                </a:solidFill>
              </a:rPr>
              <a:t>▸ Goal: High-precision damage detection with minimal human intervention.</a:t>
            </a:r>
          </a:p>
          <a:p>
            <a:pPr algn="l"/>
            <a:r>
              <a:rPr sz="2200">
                <a:solidFill>
                  <a:srgbClr val="FFFFFF"/>
                </a:solidFill>
              </a:rPr>
              <a:t>▸ Targeting: CVPR EarthVision 2026 for research dissemination.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