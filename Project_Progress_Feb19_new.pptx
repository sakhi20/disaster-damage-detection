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Brief introduction of team and project title.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"When Hurricane Florence hit in 2018, satellite images were available within hours. But expert damage assessment took days - too slow for emergency response. Our goal is to automate this process so damage maps are ready as fast as the satellites can take pictures.</a:t>
            </a:r>
          </a:p>
          <a:p/>
          <a:p>
            <a:r>
              <a:t>[Point to the before/after images] This is what we need AI to detect automatically - the dramatic changes from pre to post-disaster."</a:t>
            </a:r>
          </a:p>
          <a:p/>
          <a:p>
            <a:r>
              <a:t>Key points:</a:t>
            </a:r>
          </a:p>
          <a:p>
            <a:r>
              <a:t>- Satellite data is fast, labeling is slow</a:t>
            </a:r>
          </a:p>
          <a:p>
            <a:r>
              <a:t>- Emergency response can't wait days</a:t>
            </a:r>
          </a:p>
          <a:p>
            <a:r>
              <a:t>- This is a real bottleneck in disaster relief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"Traditional supervised learning has three major limitations:</a:t>
            </a:r>
          </a:p>
          <a:p/>
          <a:p>
            <a:r>
              <a:t>First, it needs 100,000+ labeled examples. For context, training a CNN from scratch on ImageNet uses over a million images. In disaster response, we don't have time to label this much data.</a:t>
            </a:r>
          </a:p>
          <a:p/>
          <a:p>
            <a:r>
              <a:t>Second, experts must manually classify damage for every building - taking 5-10 minutes each. For 10,000 buildings, that's over 800 hours of expert time while people need rescue.</a:t>
            </a:r>
          </a:p>
          <a:p/>
          <a:p>
            <a:r>
              <a:t>Third, models must be retrained for every disaster type. A hurricane model doesn't work well on wildfires because damage patterns are completely different."</a:t>
            </a:r>
          </a:p>
          <a:p/>
          <a:p>
            <a:r>
              <a:t>Transition: "So how do we solve this? Foundation models."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"Our approach uses foundation models - think ChatGPT but for satellite imagery.</a:t>
            </a:r>
          </a:p>
          <a:p/>
          <a:p>
            <a:r>
              <a:t>Phase 1: Prithvi is a NASA-IBM model that learned what Earth normally looks like from terabytes of unlabeled satellite data. It knows what roofs, roads, and forests should look like - without ever seeing damage labels.</a:t>
            </a:r>
          </a:p>
          <a:p/>
          <a:p>
            <a:r>
              <a:t>Phase 2: Once Prithvi knows 'normal', we only need a few examples to teach it 'damaged'. We hypothesize 10% of labels will be enough.</a:t>
            </a:r>
          </a:p>
          <a:p/>
          <a:p>
            <a:r>
              <a:t>The key insight: Damage is fundamentally about change from normal. If AI knows normal, detecting abnormal becomes much easier.</a:t>
            </a:r>
          </a:p>
          <a:p/>
          <a:p>
            <a:r>
              <a:t>And because Prithvi learned general Earth patterns, it should transfer - a model trained on hurricanes should work on floods."</a:t>
            </a:r>
          </a:p>
          <a:p/>
          <a:p>
            <a:r>
              <a:t>Analogy: "Like teaching someone to spot typos - if they know English grammar, you only need a few examples."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"Here's our technical pipeline:</a:t>
            </a:r>
          </a:p>
          <a:p/>
          <a:p>
            <a:r>
              <a:t>Prithvi is pre-trained on terabytes of Sentinel-2 satellite data using Masked Image Modeling - it learns by reconstructing hidden parts of images.</a:t>
            </a:r>
          </a:p>
          <a:p/>
          <a:p>
            <a:r>
              <a:t>We then fine-tune a Vision Transformer on top of Prithvi. Input is before and after disaster images. Output is 4 damage classes: no damage, minor, major, and destroyed.</a:t>
            </a:r>
          </a:p>
          <a:p/>
          <a:p>
            <a:r>
              <a:t>Our dataset is xBD - the gold standard for building damage with 850,000 labeled buildings across 19 disaster types at 0.5 meter resolution."</a:t>
            </a:r>
          </a:p>
          <a:p/>
          <a:p>
            <a:r>
              <a:t>Keep technical details brief unless asked. Focus on the two-phase approach.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"We're in Week 3 and have hit the ground running:</a:t>
            </a:r>
          </a:p>
          <a:p/>
          <a:p>
            <a:r>
              <a:t>✓ Our GitHub repository is set up with full code infrastructure</a:t>
            </a:r>
          </a:p>
          <a:p>
            <a:r>
              <a:t>✓ We downloaded the complete 51GB xBD dataset with 850K buildings  </a:t>
            </a:r>
          </a:p>
          <a:p>
            <a:r>
              <a:t>✓ Development environment configured with PyTorch and all dependencies</a:t>
            </a:r>
          </a:p>
          <a:p>
            <a:r>
              <a:t>✓ Baseline ResNet-18 training script is ready</a:t>
            </a:r>
          </a:p>
          <a:p/>
          <a:p>
            <a:r>
              <a:t>Tonight we're running baseline experiments on a 1000-image subset to establish our performance ceiling. This tells us what accuracy we can get with traditional supervised learning using all labels.</a:t>
            </a:r>
          </a:p>
          <a:p/>
          <a:p>
            <a:r>
              <a:t>Next steps: Begin Prithvi fine-tuning and few-shot experiments next week."</a:t>
            </a:r>
          </a:p>
          <a:p/>
          <a:p>
            <a:r>
              <a:t>Be ready to discuss: "We expect baseline around 70-80% accuracy. Our hypothesis is Prithvi can match this with only 10% labels."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"Real-world impact:</a:t>
            </a:r>
          </a:p>
          <a:p/>
          <a:p>
            <a:r>
              <a:t>Faster assessment means faster response. Currently it takes days to manually assess damage. Our system would provide preliminary maps within hours - as soon as satellites pass over.</a:t>
            </a:r>
          </a:p>
          <a:p/>
          <a:p>
            <a:r>
              <a:t>Global generalization: Train once, deploy anywhere. No need to collect new labels for every disaster or every region.</a:t>
            </a:r>
          </a:p>
          <a:p/>
          <a:p>
            <a:r>
              <a:t>90% less labeling work. Experts can focus on ambiguous cases while AI handles obvious damage.</a:t>
            </a:r>
          </a:p>
          <a:p/>
          <a:p>
            <a:r>
              <a:t>Concrete example: When Hurricane Helene hit in 2024, complete damage mapping took over a week. With our system, preliminary maps could be ready in 6 hours.</a:t>
            </a:r>
          </a:p>
          <a:p/>
          <a:p>
            <a:r>
              <a:t>Who benefits: FEMA, Red Cross, UN disaster relief, insurance companies, local governments planning recovery."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"Future extension we're exploring: SAR - Synthetic Aperture Radar.</a:t>
            </a:r>
          </a:p>
          <a:p/>
          <a:p>
            <a:r>
              <a:t>Why it matters: SAR works in any weather. Clouds, smoke, darkness don't matter. During California wildfires, smoke blocks optical satellites for days, but SAR sees through it immediately.</a:t>
            </a:r>
          </a:p>
          <a:p/>
          <a:p>
            <a:r>
              <a:t>The challenge: SAR images look very different from optical. Same building appears different from different angles.</a:t>
            </a:r>
          </a:p>
          <a:p/>
          <a:p>
            <a:r>
              <a:t>We met with Professor Mikhail Gilman from NCSU Math - he's a SAR expert. Potential collaboration for extending this work.</a:t>
            </a:r>
          </a:p>
          <a:p/>
          <a:p>
            <a:r>
              <a:t>Keep this brief - it's future work, shows we're thinking ahead."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"To conclude:</a:t>
            </a:r>
          </a:p>
          <a:p/>
          <a:p>
            <a:r>
              <a:t>We're building AI that understands Earth BEFORE disasters strike, so it can respond FASTER when they do.</a:t>
            </a:r>
          </a:p>
          <a:p/>
          <a:p>
            <a:r>
              <a:t>Our research questions:</a:t>
            </a:r>
          </a:p>
          <a:p>
            <a:r>
              <a:t>1. Can we achieve 90%+ accuracy with only 10% labels?</a:t>
            </a:r>
          </a:p>
          <a:p>
            <a:r>
              <a:t>2. Does cross-disaster transfer work?</a:t>
            </a:r>
          </a:p>
          <a:p>
            <a:r>
              <a:t>3. Can we deploy globally without retraining?</a:t>
            </a:r>
          </a:p>
          <a:p/>
          <a:p>
            <a:r>
              <a:t>Timeline: Few-shot experiments next 2 weeks, transfer learning in March, paper writing in April for CVPR EarthVision 2026.</a:t>
            </a:r>
          </a:p>
          <a:p/>
          <a:p>
            <a:r>
              <a:t>This is important work with real humanitarian impact."</a:t>
            </a:r>
          </a:p>
          <a:p/>
          <a:p>
            <a:r>
              <a:t>Questions to anticipate:</a:t>
            </a:r>
          </a:p>
          <a:p>
            <a:r>
              <a:t>- "Why not use more labeled data?" → Cost, time, not available during disasters</a:t>
            </a:r>
          </a:p>
          <a:p>
            <a:r>
              <a:t>- "How does this compare to existing systems?" → Current systems need full retraining</a:t>
            </a:r>
          </a:p>
          <a:p>
            <a:r>
              <a:t>- "Timeline for deployment?" → Research/publication first, deployment is follow-on</a:t>
            </a:r>
          </a:p>
          <a:p/>
          <a:p>
            <a:r>
              <a:t>Thank you!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4788"/>
                </a:solidFill>
              </a:defRPr>
            </a:pPr>
            <a:r>
              <a:t>Label-Efficient Disaster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Using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Sakhi Patel   ·   Vivek Vanera   ·   Mulya Patel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February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The Problem: Disasters Strike, But Labels Take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Hurricane Damage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Before</a:t>
            </a:r>
            <a:br/>
            <a:r>
              <a:t>[INSERT IMAGE]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After</a:t>
            </a:r>
            <a:br/>
            <a:r>
              <a:t>[INSERT IMAGE]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13716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Wildfire Damage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164592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Before</a:t>
            </a:r>
            <a:br/>
            <a:r>
              <a:t>[INSERT IMAGE]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39" y="320040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After</a:t>
            </a:r>
            <a:br/>
            <a:r>
              <a:t>[INSERT IMAGE]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59" y="13716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Flood Damage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59" y="164592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Before</a:t>
            </a:r>
            <a:br/>
            <a:r>
              <a:t>[INSERT IMAGE]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59" y="3200400"/>
            <a:ext cx="2103120" cy="13716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/>
            </a:pPr>
            <a:r>
              <a:t>After</a:t>
            </a:r>
            <a:br/>
            <a:r>
              <a:t>[INSERT IMAGE]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/>
            </a:pPr>
            <a:r>
              <a:t>✓ Satellite images available in hours</a:t>
            </a:r>
          </a:p>
          <a:p>
            <a:pPr algn="ctr">
              <a:spcAft>
                <a:spcPts val="800"/>
              </a:spcAft>
              <a:defRPr sz="1600"/>
            </a:pPr>
            <a:r>
              <a:t>✗ Expert damage labels take days</a:t>
            </a:r>
          </a:p>
          <a:p>
            <a:pPr algn="ctr">
              <a:spcAft>
                <a:spcPts val="800"/>
              </a:spcAft>
              <a:defRPr sz="1600"/>
            </a:pPr>
            <a:r>
              <a:t>⚡ Emergency response needs answers 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Current Approach: Deep Learning Needs Thousands of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Traditional deep learning requires 100,000+ labeled examples</a:t>
            </a:r>
          </a:p>
          <a:p>
            <a:pPr algn="l">
              <a:spcBef>
                <a:spcPts val="1000"/>
              </a:spcBef>
              <a:defRPr sz="1800"/>
            </a:pPr>
            <a:r>
              <a:t>▸ Limitation: No time to label during active disasters</a:t>
            </a:r>
          </a:p>
          <a:p>
            <a:pPr algn="l">
              <a:spcBef>
                <a:spcPts val="1000"/>
              </a:spcBef>
              <a:defRPr sz="1800"/>
            </a:pPr>
            <a:r>
              <a:t>▸ Limitation: Must retrain for every new disaster type</a:t>
            </a:r>
          </a:p>
          <a:p>
            <a:pPr algn="l">
              <a:spcBef>
                <a:spcPts val="1000"/>
              </a:spcBef>
              <a:defRPr sz="1800"/>
            </a:pPr>
            <a:r>
              <a:t>▸ Challenge: Different damage patterns across disaster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Our Solution: Foundation Models Learn Earth's 'Grammar'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Phase 1: Prithvi learns patterns from unlabeled satellite data</a:t>
            </a:r>
          </a:p>
          <a:p>
            <a:pPr algn="l">
              <a:spcBef>
                <a:spcPts val="1000"/>
              </a:spcBef>
              <a:defRPr sz="1800"/>
            </a:pPr>
            <a:r>
              <a:t>▸ Phase 2: Fine-tune with just 10% of labels</a:t>
            </a:r>
          </a:p>
          <a:p>
            <a:pPr algn="l">
              <a:spcBef>
                <a:spcPts val="1000"/>
              </a:spcBef>
              <a:defRPr sz="1800"/>
            </a:pPr>
            <a:r>
              <a:t>▸ Innovation: Transfer knowledge across disaster types</a:t>
            </a:r>
          </a:p>
          <a:p>
            <a:pPr algn="l">
              <a:spcBef>
                <a:spcPts val="1000"/>
              </a:spcBef>
              <a:defRPr sz="1800"/>
            </a:pPr>
            <a:r>
              <a:t>▸ Result: Fast deployment without extensive labeling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Two-Phase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788"/>
                </a:solidFill>
              </a:defRPr>
            </a:pPr>
            <a:r>
              <a:t>Prithvi Foundation Model (Satellite Pre-training)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1800" b="1">
                <a:solidFill>
                  <a:srgbClr val="1F4788"/>
                </a:solidFill>
              </a:defRPr>
            </a:pPr>
            <a:r>
              <a:t>Vision Transformer (Damage Classifier)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Dataset: xBD — 850,000 buildings, 19 disaster types, 0.5m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Current Progress: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✓ GitHub repository established</a:t>
            </a:r>
          </a:p>
          <a:p>
            <a:pPr algn="l">
              <a:spcBef>
                <a:spcPts val="1000"/>
              </a:spcBef>
              <a:defRPr sz="1800"/>
            </a:pPr>
            <a:r>
              <a:t>▸ ✓ xBD dataset (51GB) downloaded and organized</a:t>
            </a:r>
          </a:p>
          <a:p>
            <a:pPr algn="l">
              <a:spcBef>
                <a:spcPts val="1000"/>
              </a:spcBef>
              <a:defRPr sz="1800"/>
            </a:pPr>
            <a:r>
              <a:t>▸ ✓ Development environment configured</a:t>
            </a:r>
          </a:p>
          <a:p>
            <a:pPr algn="l">
              <a:spcBef>
                <a:spcPts val="1000"/>
              </a:spcBef>
              <a:defRPr sz="1800"/>
            </a:pPr>
            <a:r>
              <a:t>▸ ✓ Baseline ResNet-18 training script ready</a:t>
            </a:r>
          </a:p>
          <a:p>
            <a:pPr algn="l">
              <a:spcBef>
                <a:spcPts val="1000"/>
              </a:spcBef>
              <a:defRPr sz="1800"/>
            </a:pPr>
            <a:r>
              <a:t>▸ → Running baseline experiments tonight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Impact: Save Lives Through Faster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Faster damage assessment → Faster aid deployment</a:t>
            </a:r>
          </a:p>
          <a:p>
            <a:pPr algn="l">
              <a:spcBef>
                <a:spcPts val="1000"/>
              </a:spcBef>
              <a:defRPr sz="1800"/>
            </a:pPr>
            <a:r>
              <a:t>▸ Global generalization → Works anywhere without retraining</a:t>
            </a:r>
          </a:p>
          <a:p>
            <a:pPr algn="l">
              <a:spcBef>
                <a:spcPts val="1000"/>
              </a:spcBef>
              <a:defRPr sz="1800"/>
            </a:pPr>
            <a:r>
              <a:t>▸ Reduces expert labeling burden by 90%</a:t>
            </a:r>
          </a:p>
          <a:p>
            <a:pPr algn="l">
              <a:spcBef>
                <a:spcPts val="1000"/>
              </a:spcBef>
              <a:defRPr sz="1800"/>
            </a:pPr>
            <a:r>
              <a:t>▸ Enables real-time disaster monitoring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Future Directions: SAR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Extend to Synthetic Aperture Radar (SAR) imagery</a:t>
            </a:r>
          </a:p>
          <a:p>
            <a:pPr algn="l">
              <a:spcBef>
                <a:spcPts val="1000"/>
              </a:spcBef>
              <a:defRPr sz="1800"/>
            </a:pPr>
            <a:r>
              <a:t>▸ SAR works through clouds, smoke, and darkness</a:t>
            </a:r>
          </a:p>
          <a:p>
            <a:pPr algn="l">
              <a:spcBef>
                <a:spcPts val="1000"/>
              </a:spcBef>
              <a:defRPr sz="1800"/>
            </a:pPr>
            <a:r>
              <a:t>▸ Challenge: Multi-view SAR appearance variations</a:t>
            </a:r>
          </a:p>
          <a:p>
            <a:pPr algn="l">
              <a:spcBef>
                <a:spcPts val="1000"/>
              </a:spcBef>
              <a:defRPr sz="1800"/>
            </a:pPr>
            <a:r>
              <a:t>▸ Collaboration with Prof. Mikhail Gilman (NCSU Math)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788"/>
                </a:solidFill>
              </a:defRPr>
            </a:pPr>
            <a:r>
              <a:t>Target: 90%+ Accuracy with 10%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  <a:defRPr sz="1800"/>
            </a:pPr>
            <a:r>
              <a:t>▸ Building AI that understands Earth before disasters</a:t>
            </a:r>
          </a:p>
          <a:p>
            <a:pPr algn="l">
              <a:spcBef>
                <a:spcPts val="1000"/>
              </a:spcBef>
              <a:defRPr sz="1800"/>
            </a:pPr>
            <a:r>
              <a:t>▸ Goal: Match full-data accuracy with minimal labels</a:t>
            </a:r>
          </a:p>
          <a:p>
            <a:pPr algn="l">
              <a:spcBef>
                <a:spcPts val="1000"/>
              </a:spcBef>
              <a:defRPr sz="1800"/>
            </a:pPr>
            <a:r>
              <a:t>▸ Next steps: Few-shot and transfer learning experiments</a:t>
            </a:r>
          </a:p>
          <a:p>
            <a:pPr algn="l">
              <a:spcBef>
                <a:spcPts val="1000"/>
              </a:spcBef>
              <a:defRPr sz="1800"/>
            </a:pPr>
            <a:r>
              <a:t>▸ Publication target: CVPR EarthVision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